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70" r:id="rId2"/>
    <p:sldId id="256" r:id="rId3"/>
    <p:sldId id="258" r:id="rId4"/>
    <p:sldId id="260" r:id="rId5"/>
    <p:sldId id="261" r:id="rId6"/>
    <p:sldId id="262" r:id="rId7"/>
    <p:sldId id="263" r:id="rId8"/>
    <p:sldId id="267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386" autoAdjust="0"/>
    <p:restoredTop sz="94660"/>
  </p:normalViewPr>
  <p:slideViewPr>
    <p:cSldViewPr snapToGrid="0">
      <p:cViewPr varScale="1">
        <p:scale>
          <a:sx n="62" d="100"/>
          <a:sy n="62" d="100"/>
        </p:scale>
        <p:origin x="5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BE49D1-ED72-1D7A-BEA4-11CE2241C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A0F59A58-B3B8-B718-90EA-621F9D1CA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B5C4549-87C0-9E4D-4292-CC7ECDB09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A82DCB8-31CC-CB6F-7FBD-546F83D2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900F5AC-A488-0510-B594-8BCFD5C2E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8539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47D6993-C05A-2D0E-CAB5-C8A504399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6D0FF79-9AC7-354B-CCD0-9F1662AAF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54AC40E-845B-D607-2593-628411A22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3D65825-CC9B-AA87-8D67-F8CE4F4AF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971841B-8880-EA37-39BF-39AEE52AD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0960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960C0DF-181D-7CB5-0E14-2D3AF6BF1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B6F6ABC-5145-2041-6AFF-27A7710C0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2F35C57-3E52-13A9-7D29-E792C9FCC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C74F84B-B1A0-5324-5656-7301CF86B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610B5A6-E467-77C3-1294-0C05DF5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55711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320FEDC-B4BE-9A78-1137-50B6EB61E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3D4DB40-3428-565F-E949-0671A8541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3C98F5F-E7E4-A0E5-BE33-95F6DBDF4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991A56F-466D-765E-4448-D31151E00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86B2F0B8-5A43-10C5-5875-9A7371B7B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49592C4-EB77-7E10-9E64-DC4804EBE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8320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5F7E2A-38F6-8407-081F-90F06CE8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C4DB186-AFBB-BBDF-6B7F-A9CD133C4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B50080-433D-99BF-DC1B-472E07AFC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3B73428-A6AF-7E55-18A2-4F767BBB3B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978106D-FB47-CE9B-1CB1-A76642EA5C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169CC4AB-7561-C50E-CE0B-7FAFB651B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A1045D68-4DDF-7DB7-F33E-4FE68EDAB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84D9564-2690-C825-419E-EE9735A36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03573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2549360-1B5C-E6A8-AAD4-EF5DD6499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B48046F-3678-3537-F7B4-39F62BFA9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4C6588FD-DDFA-8952-452F-5D261102C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6FC650F-BC26-087B-F3EB-18FD1747F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5973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8AC05F5-F378-9FD6-B9FC-E279C15D7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0B6EACB-64DA-634E-9CCD-F46EC56C6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24D5534-6BAB-A96C-9547-AF51680E1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6606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1476E7-68A5-AD75-28D6-22A71D1A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07EC6EB-62E8-B960-20D2-25BDDDC1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3986A44-1E56-8FB5-06F0-B6F44764D5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50785F-13BE-8317-9E87-EE8A105C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F2DE87C-A153-AA97-07B5-FE8F8B01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5F76288-55D8-76CE-D3A6-26B76959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7119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F733E90-AB4B-3690-3A02-712BF79C9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A16E3C4F-A1FD-92A3-8407-54076E8E6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4D42BAC7-236A-BE49-143B-02301570F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B865CE6-E0DB-8F28-5D56-E0ABE596F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2B313D0-72EB-FB4B-E4A9-2F4924CD5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4512EE94-0758-33E3-A176-150A481C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6879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36B014-8AD8-B2B6-8298-7562427A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F1D219A5-7A4D-B8CB-64D2-518FA16967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146735F-837E-ACD7-42C5-02F3CACE4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14407CE-8770-F771-D754-C1A222C7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088580D-99D0-6643-4C09-32FB319C0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209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8228F661-E85F-ABE5-85DE-263C86182F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579058DD-DB8E-553B-A04D-64FFAAF97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FC5A1FC-6067-BEE2-B372-16A9612F5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920CA58-7E32-94A8-3C07-56DE8151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7CF32D0-3E9E-2D6A-3E51-DAC983B5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1929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9EF5F13-F5BC-B509-CDBD-B39F9B417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0A9C2AC-4C75-38D7-9990-934B0755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88106AC-414D-C490-C157-72FB8A63A2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71AC84-D5BE-4F5F-91C8-91D73E19DA06}" type="datetimeFigureOut">
              <a:rPr lang="he-IL" smtClean="0"/>
              <a:t>ט"ו/סיון/תשפ"ו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52D0EAA-3986-7328-2758-2E655E090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DEAB2F-8674-C1E4-9E45-549C352F4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D29585-62D8-47BC-941E-E3BCC9BF8C3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29721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905EE-4292-5F70-4008-1AA57F11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8C86DF6-DFC5-E069-0A4A-ACEF19BEB789}"/>
              </a:ext>
            </a:extLst>
          </p:cNvPr>
          <p:cNvSpPr txBox="1"/>
          <p:nvPr/>
        </p:nvSpPr>
        <p:spPr>
          <a:xfrm>
            <a:off x="2364473" y="2413337"/>
            <a:ext cx="728017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פרויקט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JavaScript</a:t>
            </a:r>
            <a:endParaRPr lang="he-IL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Yehuda CLM" panose="02000303000000000000" pitchFamily="2" charset="-79"/>
              <a:cs typeface="Yehuda CLM" panose="02000303000000000000" pitchFamily="2" charset="-79"/>
            </a:endParaRPr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0C9A92CA-D9EE-CF03-C1FC-05080175233C}"/>
              </a:ext>
            </a:extLst>
          </p:cNvPr>
          <p:cNvCxnSpPr>
            <a:cxnSpLocks/>
          </p:cNvCxnSpPr>
          <p:nvPr/>
        </p:nvCxnSpPr>
        <p:spPr>
          <a:xfrm>
            <a:off x="1488440" y="3429000"/>
            <a:ext cx="9215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68519AE4-08FB-0D0F-4B93-2C09318554C5}"/>
              </a:ext>
            </a:extLst>
          </p:cNvPr>
          <p:cNvSpPr txBox="1"/>
          <p:nvPr/>
        </p:nvSpPr>
        <p:spPr>
          <a:xfrm>
            <a:off x="4686568" y="3647081"/>
            <a:ext cx="32004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אסתי ברנר ה2</a:t>
            </a:r>
          </a:p>
          <a:p>
            <a:pPr algn="ctr"/>
            <a:r>
              <a:rPr lang="he-I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קיץ תשפ"ו</a:t>
            </a:r>
          </a:p>
        </p:txBody>
      </p:sp>
    </p:spTree>
    <p:extLst>
      <p:ext uri="{BB962C8B-B14F-4D97-AF65-F5344CB8AC3E}">
        <p14:creationId xmlns:p14="http://schemas.microsoft.com/office/powerpoint/2010/main" val="2146296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C3B043D-0602-CA76-B091-63410C117275}"/>
              </a:ext>
            </a:extLst>
          </p:cNvPr>
          <p:cNvSpPr txBox="1"/>
          <p:nvPr/>
        </p:nvSpPr>
        <p:spPr>
          <a:xfrm>
            <a:off x="2455913" y="552918"/>
            <a:ext cx="728017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שם המערכת ומטרתה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9AB26B0-4AD7-C85A-CA99-2F7658C8308C}"/>
              </a:ext>
            </a:extLst>
          </p:cNvPr>
          <p:cNvSpPr txBox="1"/>
          <p:nvPr/>
        </p:nvSpPr>
        <p:spPr>
          <a:xfrm>
            <a:off x="7315200" y="4863692"/>
            <a:ext cx="375452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b="1" dirty="0">
                <a:latin typeface="Amatic SC" panose="00000500000000000000" pitchFamily="2" charset="-79"/>
                <a:cs typeface="Amatic SC" panose="00000500000000000000" pitchFamily="2" charset="-79"/>
              </a:rPr>
              <a:t>חיפוש נהג בקלות, חיפוש נוסע</a:t>
            </a:r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6D4736BE-A44D-41B5-4199-31AA0744F72A}"/>
              </a:ext>
            </a:extLst>
          </p:cNvPr>
          <p:cNvCxnSpPr>
            <a:cxnSpLocks/>
          </p:cNvCxnSpPr>
          <p:nvPr/>
        </p:nvCxnSpPr>
        <p:spPr>
          <a:xfrm>
            <a:off x="1488440" y="1554480"/>
            <a:ext cx="9215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4ECF7082-8F4E-7C3D-A7B5-E0FADD8E5504}"/>
              </a:ext>
            </a:extLst>
          </p:cNvPr>
          <p:cNvSpPr txBox="1"/>
          <p:nvPr/>
        </p:nvSpPr>
        <p:spPr>
          <a:xfrm>
            <a:off x="8135888" y="2745949"/>
            <a:ext cx="32004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שם המערכת: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7C3AE0C5-5326-F78C-D080-82A9A13D5F3F}"/>
              </a:ext>
            </a:extLst>
          </p:cNvPr>
          <p:cNvSpPr txBox="1"/>
          <p:nvPr/>
        </p:nvSpPr>
        <p:spPr>
          <a:xfrm>
            <a:off x="5240288" y="41354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המטרה:</a:t>
            </a:r>
          </a:p>
        </p:txBody>
      </p:sp>
    </p:spTree>
    <p:extLst>
      <p:ext uri="{BB962C8B-B14F-4D97-AF65-F5344CB8AC3E}">
        <p14:creationId xmlns:p14="http://schemas.microsoft.com/office/powerpoint/2010/main" val="4291118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CDFA140-69AD-CE7C-DA5C-E0755B28E551}"/>
              </a:ext>
            </a:extLst>
          </p:cNvPr>
          <p:cNvSpPr txBox="1"/>
          <p:nvPr/>
        </p:nvSpPr>
        <p:spPr>
          <a:xfrm>
            <a:off x="2455912" y="527053"/>
            <a:ext cx="728017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קהל היעד</a:t>
            </a:r>
          </a:p>
        </p:txBody>
      </p: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7DBFAC86-9DB2-4941-7E4F-2BA830304F77}"/>
              </a:ext>
            </a:extLst>
          </p:cNvPr>
          <p:cNvCxnSpPr>
            <a:cxnSpLocks/>
          </p:cNvCxnSpPr>
          <p:nvPr/>
        </p:nvCxnSpPr>
        <p:spPr>
          <a:xfrm>
            <a:off x="1488440" y="1554480"/>
            <a:ext cx="9215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BAA6E85-4833-289B-8823-6A29CAC16EBB}"/>
              </a:ext>
            </a:extLst>
          </p:cNvPr>
          <p:cNvSpPr txBox="1"/>
          <p:nvPr/>
        </p:nvSpPr>
        <p:spPr>
          <a:xfrm>
            <a:off x="3769360" y="2736334"/>
            <a:ext cx="465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2800" b="1" dirty="0">
                <a:latin typeface="Amatic SC" panose="00000500000000000000" pitchFamily="2" charset="-79"/>
                <a:cs typeface="Amatic SC" panose="00000500000000000000" pitchFamily="2" charset="-79"/>
              </a:rPr>
              <a:t>מי שרוצה לנסוע ל\מ בית חולים או להעביר חבילה</a:t>
            </a:r>
          </a:p>
        </p:txBody>
      </p:sp>
    </p:spTree>
    <p:extLst>
      <p:ext uri="{BB962C8B-B14F-4D97-AF65-F5344CB8AC3E}">
        <p14:creationId xmlns:p14="http://schemas.microsoft.com/office/powerpoint/2010/main" val="860245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BEEF2-40EB-67FE-9666-75EF57B6C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41409A6-ED62-F501-4FE6-FFACE33EF015}"/>
              </a:ext>
            </a:extLst>
          </p:cNvPr>
          <p:cNvSpPr txBox="1"/>
          <p:nvPr/>
        </p:nvSpPr>
        <p:spPr>
          <a:xfrm>
            <a:off x="213360" y="1350394"/>
            <a:ext cx="11216641" cy="58785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הנוסע:</a:t>
            </a:r>
          </a:p>
          <a:p>
            <a:pPr lvl="1"/>
            <a:r>
              <a:rPr lang="he-IL" sz="3600" dirty="0">
                <a:latin typeface="Yehuda CLM" panose="02000303000000000000" pitchFamily="2" charset="-79"/>
                <a:cs typeface="Yehuda CLM" panose="02000303000000000000" pitchFamily="2" charset="-79"/>
              </a:rPr>
              <a:t> </a:t>
            </a:r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כותב את פרטי הנסיעה. </a:t>
            </a:r>
          </a:p>
          <a:p>
            <a:pPr lvl="1"/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   וכן יש לו את כל הנסיעות שהוא מחפש עבורם נסיעה ויש לו אפשרות למחוק או לעדכן וכו' וכן הוא רואה על כל נסיעה את</a:t>
            </a:r>
          </a:p>
          <a:p>
            <a:pPr lvl="1"/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   הנהגים שרוצים להסיע אותו.</a:t>
            </a:r>
          </a:p>
          <a:p>
            <a:r>
              <a:rPr lang="he-IL" dirty="0"/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הנהג:</a:t>
            </a:r>
            <a:endParaRPr lang="en-US" sz="3400" dirty="0">
              <a:latin typeface="Yehuda CLM" panose="02000303000000000000" pitchFamily="2" charset="-79"/>
              <a:cs typeface="Yehuda CLM" panose="02000303000000000000" pitchFamily="2" charset="-79"/>
            </a:endParaRPr>
          </a:p>
          <a:p>
            <a:pPr lvl="1"/>
            <a:r>
              <a:rPr lang="en-US" sz="3600" dirty="0">
                <a:latin typeface="Yehuda CLM" panose="02000303000000000000" pitchFamily="2" charset="-79"/>
                <a:cs typeface="Yehuda CLM" panose="02000303000000000000" pitchFamily="2" charset="-79"/>
              </a:rPr>
              <a:t> </a:t>
            </a:r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מקבל רשימה של כל הנוסעים שמחפשים נהג וכאשר הוא בוחר נסיעה, נשלחת הודעה לנוסע שיש לו נהג המעוניין להסיע אותו.</a:t>
            </a:r>
          </a:p>
          <a:p>
            <a:pPr lvl="1"/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  כמו כן, לנהג יש רשימה של כל הנסיעות שהוא ביצע עד כה.</a:t>
            </a:r>
          </a:p>
          <a:p>
            <a:pPr lvl="1"/>
            <a:r>
              <a:rPr lang="he-IL" dirty="0">
                <a:latin typeface="Amatic SC" panose="00000500000000000000" pitchFamily="2" charset="-79"/>
                <a:cs typeface="Amatic SC" panose="00000500000000000000" pitchFamily="2" charset="-79"/>
              </a:rPr>
              <a:t>   (הרשימה שהנהג מקבל היא ע"פ הנתונים שאיתם הוא נרשם בהתחלה: שעות, מס' מקומות, עיר מגורים וכו'.)</a:t>
            </a:r>
          </a:p>
          <a:p>
            <a:endParaRPr lang="he-IL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המנהל:</a:t>
            </a:r>
          </a:p>
          <a:p>
            <a:pPr lvl="1"/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   יכול לראות את כל הנסיעות, יכול למיין ע"פ פעיל וכו'. אפשרות להוסיף הודעת פתיחה לנהגים או נוסעים, אפשרות </a:t>
            </a:r>
          </a:p>
          <a:p>
            <a:pPr lvl="1"/>
            <a:r>
              <a:rPr lang="he-IL" sz="2600" dirty="0">
                <a:latin typeface="Amatic SC" panose="00000500000000000000" pitchFamily="2" charset="-79"/>
                <a:cs typeface="Amatic SC" panose="00000500000000000000" pitchFamily="2" charset="-79"/>
              </a:rPr>
              <a:t>  להוסיף בתי חולים, ערים, וכו'. אפשרות להוסיף נסיעות (משתמשים ללא גישה לאתר וכו').</a:t>
            </a:r>
          </a:p>
          <a:p>
            <a:endParaRPr lang="he-IL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6600D60-5F71-E228-ED7F-B6097AEB708E}"/>
              </a:ext>
            </a:extLst>
          </p:cNvPr>
          <p:cNvSpPr txBox="1"/>
          <p:nvPr/>
        </p:nvSpPr>
        <p:spPr>
          <a:xfrm>
            <a:off x="2259731" y="32766"/>
            <a:ext cx="7573076" cy="141577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תיאור סוגי המשתמשים</a:t>
            </a:r>
          </a:p>
          <a:p>
            <a:pPr algn="ctr"/>
            <a:r>
              <a:rPr lang="he-IL" sz="3200" dirty="0">
                <a:latin typeface="OHYedidyaRaziel" pitchFamily="2" charset="-79"/>
                <a:cs typeface="OHYedidyaRaziel" pitchFamily="2" charset="-79"/>
              </a:rPr>
              <a:t>נוסע</a:t>
            </a:r>
            <a:r>
              <a:rPr lang="en-US" sz="3200" dirty="0">
                <a:latin typeface="OHYedidyaRaziel" pitchFamily="2" charset="-79"/>
                <a:cs typeface="OHYedidyaRaziel" pitchFamily="2" charset="-79"/>
              </a:rPr>
              <a:t>/ </a:t>
            </a:r>
            <a:r>
              <a:rPr lang="he-IL" sz="3200" dirty="0">
                <a:latin typeface="OHYedidyaRaziel" pitchFamily="2" charset="-79"/>
                <a:cs typeface="OHYedidyaRaziel" pitchFamily="2" charset="-79"/>
              </a:rPr>
              <a:t> נהג</a:t>
            </a:r>
            <a:r>
              <a:rPr lang="en-US" sz="3200" dirty="0">
                <a:latin typeface="OHYedidyaRaziel" pitchFamily="2" charset="-79"/>
                <a:cs typeface="OHYedidyaRaziel" pitchFamily="2" charset="-79"/>
              </a:rPr>
              <a:t>/ </a:t>
            </a:r>
            <a:r>
              <a:rPr lang="he-IL" sz="3200" dirty="0">
                <a:latin typeface="OHYedidyaRaziel" pitchFamily="2" charset="-79"/>
                <a:cs typeface="OHYedidyaRaziel" pitchFamily="2" charset="-79"/>
              </a:rPr>
              <a:t> מנהל</a:t>
            </a:r>
          </a:p>
        </p:txBody>
      </p: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B9B52912-6411-4D87-3518-3BD9F0EB7DDF}"/>
              </a:ext>
            </a:extLst>
          </p:cNvPr>
          <p:cNvCxnSpPr>
            <a:cxnSpLocks/>
          </p:cNvCxnSpPr>
          <p:nvPr/>
        </p:nvCxnSpPr>
        <p:spPr>
          <a:xfrm>
            <a:off x="1438709" y="1361132"/>
            <a:ext cx="9215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210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4A00-67A4-F455-BFAB-8A3CB3994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05CE595-E8C3-4B89-8718-A3221DDCBA19}"/>
              </a:ext>
            </a:extLst>
          </p:cNvPr>
          <p:cNvSpPr txBox="1"/>
          <p:nvPr/>
        </p:nvSpPr>
        <p:spPr>
          <a:xfrm>
            <a:off x="2032000" y="1454388"/>
            <a:ext cx="9215120" cy="52014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כניסה או הרשמה למערכת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הרשמה למערכת </a:t>
            </a:r>
          </a:p>
          <a:p>
            <a:r>
              <a:rPr lang="he-IL" sz="3600" dirty="0">
                <a:latin typeface="Yehuda CLM" panose="02000303000000000000" pitchFamily="2" charset="-79"/>
                <a:cs typeface="Yehuda CLM" panose="02000303000000000000" pitchFamily="2" charset="-79"/>
              </a:rPr>
              <a:t>נוסע: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טופס לחיפוש נהג.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עם סטטוס של כל הנסיעות וכן הודעות מנהגים. </a:t>
            </a:r>
          </a:p>
          <a:p>
            <a:r>
              <a:rPr lang="he-IL" sz="3600" dirty="0">
                <a:latin typeface="Yehuda CLM" panose="02000303000000000000" pitchFamily="2" charset="-79"/>
                <a:cs typeface="Yehuda CLM" panose="02000303000000000000" pitchFamily="2" charset="-79"/>
              </a:rPr>
              <a:t>נהג: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צפייה בכל הנסיעות הרלוונטיות כרגע (ע"פ ההגדרות שאיתם נרשם).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שינוי הגדרות.</a:t>
            </a:r>
          </a:p>
          <a:p>
            <a:r>
              <a:rPr lang="he-IL" sz="3600" dirty="0">
                <a:latin typeface="Yehuda CLM" panose="02000303000000000000" pitchFamily="2" charset="-79"/>
                <a:cs typeface="Yehuda CLM" panose="02000303000000000000" pitchFamily="2" charset="-79"/>
              </a:rPr>
              <a:t>מנהל: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רואה את כל הנסיעות. (יכול למיין ע"פ פעיל או לא וכו')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הגדרות</a:t>
            </a: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54831F7C-F28F-F14F-10DE-246EF657B5F2}"/>
              </a:ext>
            </a:extLst>
          </p:cNvPr>
          <p:cNvSpPr txBox="1"/>
          <p:nvPr/>
        </p:nvSpPr>
        <p:spPr>
          <a:xfrm>
            <a:off x="2455913" y="144085"/>
            <a:ext cx="7280175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רשימת העמודים</a:t>
            </a:r>
          </a:p>
        </p:txBody>
      </p: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CDAFFF3E-EE8E-3EC7-7E4A-73F112CE1178}"/>
              </a:ext>
            </a:extLst>
          </p:cNvPr>
          <p:cNvCxnSpPr>
            <a:cxnSpLocks/>
          </p:cNvCxnSpPr>
          <p:nvPr/>
        </p:nvCxnSpPr>
        <p:spPr>
          <a:xfrm>
            <a:off x="1488440" y="1145647"/>
            <a:ext cx="9215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01E77452-502F-B594-F469-EDC4D194381F}"/>
              </a:ext>
            </a:extLst>
          </p:cNvPr>
          <p:cNvSpPr txBox="1"/>
          <p:nvPr/>
        </p:nvSpPr>
        <p:spPr>
          <a:xfrm>
            <a:off x="3048000" y="3422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e-IL" sz="1800" dirty="0">
                <a:latin typeface="Yehuda CLM" panose="02000303000000000000" pitchFamily="2" charset="-79"/>
                <a:cs typeface="Yehuda CLM" panose="02000303000000000000" pitchFamily="2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7464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92F2-5706-D708-9725-82F79BA33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CB2C97B-6DCE-8E85-F6D9-B5067D74BA45}"/>
              </a:ext>
            </a:extLst>
          </p:cNvPr>
          <p:cNvSpPr txBox="1"/>
          <p:nvPr/>
        </p:nvSpPr>
        <p:spPr>
          <a:xfrm>
            <a:off x="619761" y="184725"/>
            <a:ext cx="1095247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פירוט הפעולות של כל משתמש</a:t>
            </a: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E61E8273-ADB5-395C-E668-52B58F4B0471}"/>
              </a:ext>
            </a:extLst>
          </p:cNvPr>
          <p:cNvCxnSpPr>
            <a:cxnSpLocks/>
          </p:cNvCxnSpPr>
          <p:nvPr/>
        </p:nvCxnSpPr>
        <p:spPr>
          <a:xfrm>
            <a:off x="345440" y="1186287"/>
            <a:ext cx="11501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62C3E848-731D-B86D-E17E-1D90F0CFF582}"/>
              </a:ext>
            </a:extLst>
          </p:cNvPr>
          <p:cNvSpPr txBox="1"/>
          <p:nvPr/>
        </p:nvSpPr>
        <p:spPr>
          <a:xfrm>
            <a:off x="1320800" y="1369167"/>
            <a:ext cx="10525760" cy="52014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כלל המשתמשים: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יכולים להירשם למערכת ולבחור האם הוא נהג\ מנהל \נוסע.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לאחר הרישום ניתן להיכנס עם שם משתמש וסיסמא.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נוסע: 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למלא טופס עם פרטי הנסיעה.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נהג: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לשלוח הודעה לנוסע.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לשנות את הפרטים שאיתם נכנס למערכת.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מנהל: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למיין את כל הנסיעות ע"פ פעיל או לא וכו'.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הגדרות: הוספת בית חולים, שליחת הודעה לנהגים ( מעין הודעת פתיחה), הזמנת נסיעה (לאלו שאין להם גישה לאתר וכו').</a:t>
            </a:r>
          </a:p>
        </p:txBody>
      </p:sp>
    </p:spTree>
    <p:extLst>
      <p:ext uri="{BB962C8B-B14F-4D97-AF65-F5344CB8AC3E}">
        <p14:creationId xmlns:p14="http://schemas.microsoft.com/office/powerpoint/2010/main" val="989911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56D5D-2089-E878-AECE-0B3E38D3A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9F27D4A6-E582-32E2-934B-3F5B5302079C}"/>
              </a:ext>
            </a:extLst>
          </p:cNvPr>
          <p:cNvSpPr txBox="1"/>
          <p:nvPr/>
        </p:nvSpPr>
        <p:spPr>
          <a:xfrm>
            <a:off x="-416559" y="184725"/>
            <a:ext cx="1270000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תיאור מערך הנתונים המרכזי במערכת</a:t>
            </a: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6C0172EB-468F-F744-2002-4C9C39C1F6D4}"/>
              </a:ext>
            </a:extLst>
          </p:cNvPr>
          <p:cNvCxnSpPr>
            <a:cxnSpLocks/>
          </p:cNvCxnSpPr>
          <p:nvPr/>
        </p:nvCxnSpPr>
        <p:spPr>
          <a:xfrm>
            <a:off x="345440" y="1186287"/>
            <a:ext cx="11501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תמונה 5">
            <a:extLst>
              <a:ext uri="{FF2B5EF4-FFF2-40B4-BE49-F238E27FC236}">
                <a16:creationId xmlns:a16="http://schemas.microsoft.com/office/drawing/2014/main" id="{5F560E02-592F-A78C-4AB4-330BADF0F8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59" y="1541660"/>
            <a:ext cx="2457576" cy="4648439"/>
          </a:xfrm>
          <a:prstGeom prst="rect">
            <a:avLst/>
          </a:prstGeom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7E46B57-D22B-2C86-9FC1-E6D80B08A532}"/>
              </a:ext>
            </a:extLst>
          </p:cNvPr>
          <p:cNvSpPr txBox="1"/>
          <p:nvPr/>
        </p:nvSpPr>
        <p:spPr>
          <a:xfrm>
            <a:off x="3230880" y="2049887"/>
            <a:ext cx="8412480" cy="243143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מערך של נסיעות: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עבור כל נסיעה נשמר מבקש הנסיעה (כדי שנוכל לכתוב לו הודעה שתהיה שייכת לו ע"פ מזהה כלשהו).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כמו כן, נשמר השם, פרטים ליצירת קשר, וכן מאיפה לאיפה וכו'.</a:t>
            </a:r>
          </a:p>
          <a:p>
            <a:endParaRPr lang="he-IL" sz="3400" dirty="0">
              <a:latin typeface="Yehuda CLM" panose="02000303000000000000" pitchFamily="2" charset="-79"/>
              <a:cs typeface="Yehuda CLM" panose="020003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1800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6989-606F-D6BF-1593-EF6DEE07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E6A3C61-AC37-ED4D-1884-74B0F3F70BA0}"/>
              </a:ext>
            </a:extLst>
          </p:cNvPr>
          <p:cNvSpPr txBox="1"/>
          <p:nvPr/>
        </p:nvSpPr>
        <p:spPr>
          <a:xfrm>
            <a:off x="-416559" y="184725"/>
            <a:ext cx="12700000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דוגמא לאובייקט מתוך המערכת</a:t>
            </a: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3947DADA-960E-FDD8-9C1E-18EFF266DD8B}"/>
              </a:ext>
            </a:extLst>
          </p:cNvPr>
          <p:cNvCxnSpPr>
            <a:cxnSpLocks/>
          </p:cNvCxnSpPr>
          <p:nvPr/>
        </p:nvCxnSpPr>
        <p:spPr>
          <a:xfrm>
            <a:off x="345440" y="1186287"/>
            <a:ext cx="11501120" cy="0"/>
          </a:xfrm>
          <a:prstGeom prst="line">
            <a:avLst/>
          </a:prstGeom>
          <a:ln w="12700">
            <a:solidFill>
              <a:schemeClr val="tx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תמונה 7">
            <a:extLst>
              <a:ext uri="{FF2B5EF4-FFF2-40B4-BE49-F238E27FC236}">
                <a16:creationId xmlns:a16="http://schemas.microsoft.com/office/drawing/2014/main" id="{6ED98671-4D01-16EC-406D-16CE0BD088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06" y="1594442"/>
            <a:ext cx="3555062" cy="4460918"/>
          </a:xfrm>
          <a:prstGeom prst="rect">
            <a:avLst/>
          </a:prstGeom>
        </p:spPr>
      </p:pic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000238E5-B9B1-481E-EE60-8C926A8A4A34}"/>
              </a:ext>
            </a:extLst>
          </p:cNvPr>
          <p:cNvSpPr txBox="1"/>
          <p:nvPr/>
        </p:nvSpPr>
        <p:spPr>
          <a:xfrm>
            <a:off x="3230880" y="2049887"/>
            <a:ext cx="841248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אובייקט של משתמש: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עבור כל משתמש נשמר השם משתמש וסיסמא, וכן פרטים עליו.</a:t>
            </a:r>
          </a:p>
          <a:p>
            <a:endParaRPr lang="he-IL" sz="3400" dirty="0">
              <a:latin typeface="Yehuda CLM" panose="02000303000000000000" pitchFamily="2" charset="-79"/>
              <a:cs typeface="Yehuda CLM" panose="02000303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96640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15B9-C3ED-2CE2-6E22-AA711951A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E409F53-EAE3-3F07-4A83-5BBA95DD1D99}"/>
              </a:ext>
            </a:extLst>
          </p:cNvPr>
          <p:cNvSpPr txBox="1"/>
          <p:nvPr/>
        </p:nvSpPr>
        <p:spPr>
          <a:xfrm>
            <a:off x="619761" y="184725"/>
            <a:ext cx="10952479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תיאור הנתונים הנשמרים ב-</a:t>
            </a:r>
            <a:r>
              <a:rPr lang="en-US" sz="6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V Boli" panose="02000500030200090000" pitchFamily="2" charset="0"/>
                <a:cs typeface="MV Boli" panose="02000500030200090000" pitchFamily="2" charset="0"/>
              </a:rPr>
              <a:t>LocalStorage</a:t>
            </a:r>
            <a:endParaRPr lang="he-IL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Yehuda CLM" panose="02000303000000000000" pitchFamily="2" charset="-79"/>
            </a:endParaRP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1EB742DB-34D3-77D7-1D00-740DB553AA6D}"/>
              </a:ext>
            </a:extLst>
          </p:cNvPr>
          <p:cNvCxnSpPr>
            <a:cxnSpLocks/>
          </p:cNvCxnSpPr>
          <p:nvPr/>
        </p:nvCxnSpPr>
        <p:spPr>
          <a:xfrm>
            <a:off x="787400" y="2029567"/>
            <a:ext cx="10617200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64E425C0-64E7-E667-3CB8-06C686904CC7}"/>
              </a:ext>
            </a:extLst>
          </p:cNvPr>
          <p:cNvSpPr txBox="1"/>
          <p:nvPr/>
        </p:nvSpPr>
        <p:spPr>
          <a:xfrm>
            <a:off x="1046480" y="2535582"/>
            <a:ext cx="10525760" cy="267765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>
                <a:latin typeface="Yehuda CLM" panose="02000303000000000000" pitchFamily="2" charset="-79"/>
                <a:cs typeface="Yehuda CLM" panose="02000303000000000000" pitchFamily="2" charset="-79"/>
              </a:rPr>
              <a:t>פרטי הנהג:</a:t>
            </a:r>
            <a:r>
              <a:rPr lang="en-US" sz="2800" dirty="0">
                <a:latin typeface="Yehuda CLM" panose="02000303000000000000" pitchFamily="2" charset="-79"/>
                <a:cs typeface="Yehuda CLM" panose="02000303000000000000" pitchFamily="2" charset="-79"/>
              </a:rPr>
              <a:t> </a:t>
            </a:r>
            <a:r>
              <a:rPr lang="he-IL" sz="2800" dirty="0">
                <a:latin typeface="Yehuda CLM" panose="02000303000000000000" pitchFamily="2" charset="-79"/>
                <a:cs typeface="Yehuda CLM" panose="02000303000000000000" pitchFamily="2" charset="-79"/>
              </a:rPr>
              <a:t> 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שם, טלפון, פרטי הרכב (מס' מקומות וכו'), שעות שבהם יכול וכו', עיר.</a:t>
            </a:r>
          </a:p>
          <a:p>
            <a:endParaRPr lang="he-IL" sz="2800" dirty="0">
              <a:latin typeface="Yehuda CLM" panose="02000303000000000000" pitchFamily="2" charset="-79"/>
              <a:cs typeface="Yehuda CLM" panose="02000303000000000000" pitchFamily="2" charset="-79"/>
            </a:endParaRPr>
          </a:p>
          <a:p>
            <a:r>
              <a:rPr lang="he-IL" sz="2800" dirty="0">
                <a:latin typeface="Yehuda CLM" panose="02000303000000000000" pitchFamily="2" charset="-79"/>
                <a:cs typeface="Yehuda CLM" panose="02000303000000000000" pitchFamily="2" charset="-79"/>
              </a:rPr>
              <a:t>פרטי הנוסע: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שם ,טלפון.</a:t>
            </a:r>
          </a:p>
          <a:p>
            <a:endParaRPr lang="he-IL" sz="2800" dirty="0">
              <a:latin typeface="Amatic SC" panose="00000500000000000000" pitchFamily="2" charset="-79"/>
              <a:cs typeface="Amatic SC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01405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CC8DC-3B44-45D0-B8A7-AF865005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338D3DC-1973-B5CC-B67B-D821BB228268}"/>
              </a:ext>
            </a:extLst>
          </p:cNvPr>
          <p:cNvSpPr txBox="1"/>
          <p:nvPr/>
        </p:nvSpPr>
        <p:spPr>
          <a:xfrm>
            <a:off x="167641" y="184725"/>
            <a:ext cx="1185671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תיאור זרימת משתמש בסיסית באתר</a:t>
            </a:r>
            <a:endParaRPr lang="he-IL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Yehuda CLM" panose="02000303000000000000" pitchFamily="2" charset="-79"/>
            </a:endParaRP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E3058651-187A-5627-89AE-F88D78A0504A}"/>
              </a:ext>
            </a:extLst>
          </p:cNvPr>
          <p:cNvCxnSpPr>
            <a:cxnSpLocks/>
          </p:cNvCxnSpPr>
          <p:nvPr/>
        </p:nvCxnSpPr>
        <p:spPr>
          <a:xfrm>
            <a:off x="83820" y="1033887"/>
            <a:ext cx="12024360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4EBD67D-EAFB-6FE8-0A3F-69618EBD40A9}"/>
              </a:ext>
            </a:extLst>
          </p:cNvPr>
          <p:cNvSpPr txBox="1"/>
          <p:nvPr/>
        </p:nvSpPr>
        <p:spPr>
          <a:xfrm>
            <a:off x="1320800" y="1186287"/>
            <a:ext cx="10525760" cy="563231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כלל המשתמשים: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יכולים להירשם למערכת ולבחור האם הוא נהג\ מנהל \נוסע.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לאחר הרישום ניתן להיכנס עם שם משתמש וסיסמא.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נוסע: 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למלא טופס עם פרטי הנסיעה.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רואה את כל הנסיעות שלו עם סטטוס הנסיעה וכן רואה הודעות מנהגים.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נהג: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רואה את כל הנסיעות שרלוונטיות עבורו ויכול לשלוח הודעה לנהג.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יכול לשנות את הפרטים שאיתם נכנס למערכת.</a:t>
            </a:r>
          </a:p>
          <a:p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מנהל: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רואה את כל הנסיעות. (יכול למיין ע"פ פעיל או לא וכו')</a:t>
            </a:r>
          </a:p>
          <a:p>
            <a:r>
              <a:rPr lang="he-IL" sz="2800" dirty="0">
                <a:latin typeface="Amatic SC" panose="00000500000000000000" pitchFamily="2" charset="-79"/>
                <a:cs typeface="Amatic SC" panose="00000500000000000000" pitchFamily="2" charset="-79"/>
              </a:rPr>
              <a:t>דף הגדרות: הוספת בית חולים, שליחת הודעה לנהגים ( מעין הודעת פתיחה), הזמנת נסיעה (לאלו שאין להם גישה לאתר וכו').</a:t>
            </a:r>
          </a:p>
        </p:txBody>
      </p:sp>
    </p:spTree>
    <p:extLst>
      <p:ext uri="{BB962C8B-B14F-4D97-AF65-F5344CB8AC3E}">
        <p14:creationId xmlns:p14="http://schemas.microsoft.com/office/powerpoint/2010/main" val="227540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06A2A-33F7-B069-FCBC-5C7306226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764B061-D39D-164E-A806-CE3500F87632}"/>
              </a:ext>
            </a:extLst>
          </p:cNvPr>
          <p:cNvSpPr txBox="1"/>
          <p:nvPr/>
        </p:nvSpPr>
        <p:spPr>
          <a:xfrm>
            <a:off x="167641" y="184725"/>
            <a:ext cx="11856719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Yehuda CLM" panose="02000303000000000000" pitchFamily="2" charset="-79"/>
                <a:cs typeface="Yehuda CLM" panose="02000303000000000000" pitchFamily="2" charset="-79"/>
              </a:rPr>
              <a:t>שאלות :) :) :)</a:t>
            </a:r>
            <a:endParaRPr lang="he-IL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V Boli" panose="02000500030200090000" pitchFamily="2" charset="0"/>
              <a:cs typeface="Yehuda CLM" panose="02000303000000000000" pitchFamily="2" charset="-79"/>
            </a:endParaRPr>
          </a:p>
        </p:txBody>
      </p:sp>
      <p:cxnSp>
        <p:nvCxnSpPr>
          <p:cNvPr id="4" name="מחבר ישר 3">
            <a:extLst>
              <a:ext uri="{FF2B5EF4-FFF2-40B4-BE49-F238E27FC236}">
                <a16:creationId xmlns:a16="http://schemas.microsoft.com/office/drawing/2014/main" id="{F322D3D5-40D4-7583-4F23-E45AB282C423}"/>
              </a:ext>
            </a:extLst>
          </p:cNvPr>
          <p:cNvCxnSpPr>
            <a:cxnSpLocks/>
          </p:cNvCxnSpPr>
          <p:nvPr/>
        </p:nvCxnSpPr>
        <p:spPr>
          <a:xfrm>
            <a:off x="83820" y="1033887"/>
            <a:ext cx="12024360" cy="0"/>
          </a:xfrm>
          <a:prstGeom prst="line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diamond" w="med" len="med"/>
            <a:tailEnd type="diamond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F6C5C69-332D-7E90-BDEF-146D96D195E1}"/>
              </a:ext>
            </a:extLst>
          </p:cNvPr>
          <p:cNvSpPr txBox="1"/>
          <p:nvPr/>
        </p:nvSpPr>
        <p:spPr>
          <a:xfrm>
            <a:off x="1320800" y="1186287"/>
            <a:ext cx="10525760" cy="418576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מה לשמור ב-</a:t>
            </a:r>
            <a:r>
              <a:rPr lang="en-US" sz="3400" dirty="0" err="1">
                <a:latin typeface="MV Boli" panose="02000500030200090000" pitchFamily="2" charset="0"/>
                <a:cs typeface="MV Boli" panose="02000500030200090000" pitchFamily="2" charset="0"/>
              </a:rPr>
              <a:t>localStorage</a:t>
            </a: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?</a:t>
            </a:r>
          </a:p>
          <a:p>
            <a:endParaRPr lang="he-IL" sz="3400" dirty="0">
              <a:latin typeface="Yehuda CLM" panose="02000303000000000000" pitchFamily="2" charset="-79"/>
              <a:cs typeface="Yehuda CLM" panose="02000303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האם לעשות מערך לכל סוג של משתמש או שיהיה מערך אחד לכולם? (כי אז פרטי כל משתמש שונים???)</a:t>
            </a:r>
          </a:p>
          <a:p>
            <a:endParaRPr lang="he-IL" sz="2800" dirty="0">
              <a:latin typeface="Amatic SC" panose="00000500000000000000" pitchFamily="2" charset="-79"/>
              <a:cs typeface="Amatic SC" panose="00000500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איך שולחים הודעה בין הנהג לנוסע וכו'?</a:t>
            </a:r>
          </a:p>
          <a:p>
            <a:endParaRPr lang="he-IL" sz="3400" dirty="0">
              <a:latin typeface="Yehuda CLM" panose="02000303000000000000" pitchFamily="2" charset="-79"/>
              <a:cs typeface="Yehuda CLM" panose="02000303000000000000" pitchFamily="2" charset="-79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he-IL" sz="3400" dirty="0">
                <a:latin typeface="Yehuda CLM" panose="02000303000000000000" pitchFamily="2" charset="-79"/>
                <a:cs typeface="Yehuda CLM" panose="02000303000000000000" pitchFamily="2" charset="-79"/>
              </a:rPr>
              <a:t>איך עושים שתהיה הודעת פתיחה לכל הנהגים?</a:t>
            </a:r>
            <a:endParaRPr lang="he-IL" sz="2800" dirty="0">
              <a:latin typeface="Amatic SC" panose="00000500000000000000" pitchFamily="2" charset="-79"/>
              <a:cs typeface="Amatic SC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54977755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597</Words>
  <Application>Microsoft Office PowerPoint</Application>
  <PresentationFormat>מסך רחב</PresentationFormat>
  <Paragraphs>83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7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9" baseType="lpstr">
      <vt:lpstr>Amatic SC</vt:lpstr>
      <vt:lpstr>Arial</vt:lpstr>
      <vt:lpstr>Calibri</vt:lpstr>
      <vt:lpstr>Calibri Light</vt:lpstr>
      <vt:lpstr>MV Boli</vt:lpstr>
      <vt:lpstr>OHYedidyaRaziel</vt:lpstr>
      <vt:lpstr>Yehuda CLM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לאה ברנר - ספרטה סוכנות לביטוח</dc:creator>
  <cp:lastModifiedBy>לאה ברנר - ספרטה סוכנות לביטוח</cp:lastModifiedBy>
  <cp:revision>2</cp:revision>
  <dcterms:created xsi:type="dcterms:W3CDTF">2026-05-31T11:51:56Z</dcterms:created>
  <dcterms:modified xsi:type="dcterms:W3CDTF">2026-05-31T13:59:16Z</dcterms:modified>
</cp:coreProperties>
</file>